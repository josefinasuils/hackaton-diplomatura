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3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8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3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0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1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7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9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0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4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77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48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7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32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35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4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4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9" y="286604"/>
            <a:ext cx="8006541" cy="1450757"/>
          </a:xfrm>
        </p:spPr>
        <p:txBody>
          <a:bodyPr>
            <a:normAutofit/>
          </a:bodyPr>
          <a:lstStyle/>
          <a:p>
            <a:r>
              <a:rPr lang="es-ES" dirty="0" smtClean="0"/>
              <a:t>Grupo 1: </a:t>
            </a:r>
            <a:br>
              <a:rPr lang="es-ES" dirty="0" smtClean="0"/>
            </a:br>
            <a:r>
              <a:rPr dirty="0" smtClean="0"/>
              <a:t>Identification </a:t>
            </a:r>
            <a:r>
              <a:rPr dirty="0"/>
              <a:t>del </a:t>
            </a:r>
            <a:r>
              <a:rPr dirty="0" err="1"/>
              <a:t>problema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219" y="1845733"/>
            <a:ext cx="8506690" cy="4125575"/>
          </a:xfrm>
        </p:spPr>
        <p:txBody>
          <a:bodyPr/>
          <a:lstStyle/>
          <a:p>
            <a:endParaRPr dirty="0"/>
          </a:p>
          <a:p>
            <a:r>
              <a:rPr lang="es-ES" sz="2800" b="1" dirty="0"/>
              <a:t>Comparar el uso de una tecnología de secuenciación vs varias tecnologías juntas para generar datos genómicos.</a:t>
            </a:r>
            <a:endParaRPr lang="es-ES" sz="2800" b="1" dirty="0"/>
          </a:p>
          <a:p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Problemas generales:</a:t>
            </a:r>
            <a:endParaRPr lang="es-ES" dirty="0"/>
          </a:p>
          <a:p>
            <a:r>
              <a:rPr dirty="0" err="1" smtClean="0"/>
              <a:t>Falta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caracterización</a:t>
            </a:r>
            <a:r>
              <a:rPr dirty="0"/>
              <a:t> </a:t>
            </a:r>
            <a:r>
              <a:rPr dirty="0" err="1"/>
              <a:t>comparativa</a:t>
            </a:r>
            <a:r>
              <a:rPr dirty="0"/>
              <a:t> entre genes </a:t>
            </a:r>
            <a:r>
              <a:rPr dirty="0" err="1"/>
              <a:t>ortólogos</a:t>
            </a:r>
            <a:r>
              <a:rPr dirty="0"/>
              <a:t> y </a:t>
            </a:r>
            <a:r>
              <a:rPr dirty="0" err="1"/>
              <a:t>parálogos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genoma</a:t>
            </a:r>
            <a:r>
              <a:rPr dirty="0"/>
              <a:t> </a:t>
            </a:r>
            <a:r>
              <a:rPr dirty="0" err="1" smtClean="0"/>
              <a:t>humano</a:t>
            </a:r>
            <a:r>
              <a:rPr lang="es-ES" dirty="0" smtClean="0"/>
              <a:t>. Por lo que s</a:t>
            </a:r>
            <a:r>
              <a:rPr dirty="0" smtClean="0"/>
              <a:t>e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analizar</a:t>
            </a:r>
            <a:r>
              <a:rPr dirty="0"/>
              <a:t> longitudes, </a:t>
            </a:r>
            <a:r>
              <a:rPr dirty="0" err="1"/>
              <a:t>clases</a:t>
            </a:r>
            <a:r>
              <a:rPr dirty="0"/>
              <a:t> de </a:t>
            </a:r>
            <a:r>
              <a:rPr dirty="0" err="1"/>
              <a:t>transcritos</a:t>
            </a:r>
            <a:r>
              <a:rPr dirty="0"/>
              <a:t>, </a:t>
            </a:r>
            <a:r>
              <a:rPr dirty="0" err="1"/>
              <a:t>densidad</a:t>
            </a:r>
            <a:r>
              <a:rPr dirty="0"/>
              <a:t> </a:t>
            </a:r>
            <a:r>
              <a:rPr dirty="0" err="1"/>
              <a:t>genómica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Relevancia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sz="2400" b="1" dirty="0"/>
              <a:t>Las metodologías tienen limitaciones, qué datos se ven con una sola y cómo se observan los resultados con mas de una. ¿Es beneficioso? ¿Vale la pena? ¿Son datos de importancia?</a:t>
            </a:r>
            <a:endParaRPr lang="es-ES" sz="2400" b="1" dirty="0"/>
          </a:p>
          <a:p>
            <a:r>
              <a:rPr lang="es-ES" dirty="0"/>
              <a:t/>
            </a:r>
            <a:br>
              <a:rPr lang="es-ES" dirty="0"/>
            </a:br>
            <a:r>
              <a:rPr dirty="0" smtClean="0"/>
              <a:t>El </a:t>
            </a:r>
            <a:r>
              <a:rPr dirty="0" err="1"/>
              <a:t>genoma</a:t>
            </a:r>
            <a:r>
              <a:rPr dirty="0"/>
              <a:t> </a:t>
            </a:r>
            <a:r>
              <a:rPr dirty="0" err="1" smtClean="0"/>
              <a:t>humano</a:t>
            </a:r>
            <a:r>
              <a:rPr dirty="0" smtClean="0"/>
              <a:t> </a:t>
            </a:r>
            <a:r>
              <a:rPr lang="es-ES" dirty="0" smtClean="0"/>
              <a:t>tiene diferente bases de datos descriptas ejemplo: </a:t>
            </a:r>
            <a:r>
              <a:rPr dirty="0" smtClean="0"/>
              <a:t>T2T</a:t>
            </a:r>
            <a:r>
              <a:rPr lang="es-ES" dirty="0" smtClean="0"/>
              <a:t> que</a:t>
            </a:r>
            <a:r>
              <a:rPr dirty="0" smtClean="0"/>
              <a:t>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 y </a:t>
            </a:r>
            <a:r>
              <a:rPr dirty="0" err="1"/>
              <a:t>reciente</a:t>
            </a:r>
            <a:r>
              <a:rPr dirty="0"/>
              <a:t> de la </a:t>
            </a:r>
            <a:r>
              <a:rPr dirty="0" err="1"/>
              <a:t>secuencia</a:t>
            </a:r>
            <a:r>
              <a:rPr dirty="0"/>
              <a:t> de </a:t>
            </a:r>
            <a:r>
              <a:rPr dirty="0" err="1"/>
              <a:t>referencia</a:t>
            </a:r>
            <a:r>
              <a:rPr dirty="0" smtClean="0"/>
              <a:t>.</a:t>
            </a:r>
            <a:r>
              <a:rPr lang="es-ES" dirty="0" smtClean="0"/>
              <a:t> </a:t>
            </a:r>
            <a:endParaRPr dirty="0"/>
          </a:p>
          <a:p>
            <a:r>
              <a:rPr lang="es-ES" dirty="0" smtClean="0"/>
              <a:t>Por lo que es necesario c</a:t>
            </a:r>
            <a:r>
              <a:rPr dirty="0" err="1" smtClean="0"/>
              <a:t>aracterizar</a:t>
            </a:r>
            <a:r>
              <a:rPr dirty="0" smtClean="0"/>
              <a:t> </a:t>
            </a:r>
            <a:r>
              <a:rPr dirty="0" err="1"/>
              <a:t>estos</a:t>
            </a:r>
            <a:r>
              <a:rPr dirty="0"/>
              <a:t> genes </a:t>
            </a:r>
            <a:r>
              <a:rPr lang="es-ES" dirty="0" smtClean="0"/>
              <a:t>para ayudar a</a:t>
            </a:r>
            <a:r>
              <a:rPr dirty="0" smtClean="0"/>
              <a:t>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anotaciones</a:t>
            </a:r>
            <a:r>
              <a:rPr dirty="0"/>
              <a:t> </a:t>
            </a:r>
            <a:r>
              <a:rPr dirty="0" err="1"/>
              <a:t>genómicas</a:t>
            </a:r>
            <a:r>
              <a:rPr dirty="0"/>
              <a:t>,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evolución</a:t>
            </a:r>
            <a:r>
              <a:rPr dirty="0"/>
              <a:t> y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regiones</a:t>
            </a:r>
            <a:r>
              <a:rPr dirty="0"/>
              <a:t> </a:t>
            </a:r>
            <a:r>
              <a:rPr dirty="0" err="1"/>
              <a:t>biomédicas</a:t>
            </a:r>
            <a:r>
              <a:rPr dirty="0" smtClean="0"/>
              <a:t>.</a:t>
            </a:r>
            <a:r>
              <a:rPr lang="es-ES" dirty="0" smtClean="0"/>
              <a:t> </a:t>
            </a:r>
          </a:p>
          <a:p>
            <a:r>
              <a:rPr lang="es-ES" dirty="0" smtClean="0"/>
              <a:t>En criollo: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987" y="648994"/>
            <a:ext cx="7543800" cy="724778"/>
          </a:xfrm>
        </p:spPr>
        <p:txBody>
          <a:bodyPr/>
          <a:lstStyle/>
          <a:p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disponibles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09" y="3532908"/>
            <a:ext cx="8382000" cy="2757056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s-ES" dirty="0" smtClean="0">
                <a:solidFill>
                  <a:schemeClr val="bg2">
                    <a:lumMod val="50000"/>
                  </a:schemeClr>
                </a:solidFill>
              </a:rPr>
              <a:t>Ejemplo de Datos disponibles</a:t>
            </a:r>
            <a:r>
              <a:rPr lang="es-ES" dirty="0" smtClean="0"/>
              <a:t>: la </a:t>
            </a:r>
            <a:r>
              <a:rPr dirty="0" smtClean="0"/>
              <a:t>Base T2T </a:t>
            </a:r>
            <a:r>
              <a:rPr lang="es-ES" dirty="0" smtClean="0"/>
              <a:t>tiene</a:t>
            </a:r>
            <a:r>
              <a:rPr dirty="0" smtClean="0"/>
              <a:t> </a:t>
            </a:r>
            <a:r>
              <a:rPr dirty="0"/>
              <a:t>234.903 </a:t>
            </a:r>
            <a:r>
              <a:rPr dirty="0" err="1"/>
              <a:t>registros</a:t>
            </a:r>
            <a:r>
              <a:rPr dirty="0"/>
              <a:t> y 37 variables</a:t>
            </a:r>
            <a:r>
              <a:rPr dirty="0" smtClean="0"/>
              <a:t>.</a:t>
            </a:r>
            <a:r>
              <a:rPr lang="es-ES" dirty="0" smtClean="0"/>
              <a:t> </a:t>
            </a:r>
            <a:r>
              <a:rPr dirty="0" err="1" smtClean="0"/>
              <a:t>Contiene</a:t>
            </a:r>
            <a:r>
              <a:rPr dirty="0"/>
              <a:t>: </a:t>
            </a:r>
            <a:r>
              <a:rPr lang="es-ES" dirty="0" smtClean="0"/>
              <a:t> </a:t>
            </a:r>
            <a:r>
              <a:rPr dirty="0" err="1" smtClean="0"/>
              <a:t>cromosoma</a:t>
            </a:r>
            <a:r>
              <a:rPr dirty="0"/>
              <a:t>, </a:t>
            </a:r>
            <a:r>
              <a:rPr dirty="0" err="1"/>
              <a:t>coordenadas</a:t>
            </a:r>
            <a:r>
              <a:rPr dirty="0"/>
              <a:t>, strand, </a:t>
            </a:r>
            <a:r>
              <a:rPr dirty="0" err="1"/>
              <a:t>clases</a:t>
            </a:r>
            <a:r>
              <a:rPr dirty="0"/>
              <a:t> de </a:t>
            </a:r>
            <a:r>
              <a:rPr dirty="0" err="1"/>
              <a:t>transcritos</a:t>
            </a:r>
            <a:r>
              <a:rPr dirty="0"/>
              <a:t>, </a:t>
            </a:r>
            <a:r>
              <a:rPr dirty="0" err="1"/>
              <a:t>soporte</a:t>
            </a:r>
            <a:r>
              <a:rPr dirty="0"/>
              <a:t> de </a:t>
            </a:r>
            <a:r>
              <a:rPr dirty="0" err="1"/>
              <a:t>exones</a:t>
            </a:r>
            <a:r>
              <a:rPr dirty="0"/>
              <a:t>/</a:t>
            </a:r>
            <a:r>
              <a:rPr dirty="0" err="1"/>
              <a:t>intrones</a:t>
            </a:r>
            <a:r>
              <a:rPr dirty="0"/>
              <a:t>, ORF </a:t>
            </a:r>
            <a:r>
              <a:rPr dirty="0" err="1" smtClean="0"/>
              <a:t>válido.Uso</a:t>
            </a:r>
            <a:r>
              <a:rPr dirty="0" smtClean="0"/>
              <a:t> </a:t>
            </a:r>
            <a:r>
              <a:rPr dirty="0" err="1"/>
              <a:t>planificado</a:t>
            </a:r>
            <a:r>
              <a:rPr dirty="0"/>
              <a:t>: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descriptivas</a:t>
            </a:r>
            <a:r>
              <a:rPr dirty="0"/>
              <a:t> y </a:t>
            </a:r>
            <a:r>
              <a:rPr dirty="0" err="1"/>
              <a:t>visualizaciones</a:t>
            </a:r>
            <a:r>
              <a:rPr dirty="0" smtClean="0"/>
              <a:t>.</a:t>
            </a:r>
            <a:endParaRPr lang="es-ES" dirty="0" smtClean="0"/>
          </a:p>
          <a:p>
            <a:r>
              <a:rPr lang="es-ES" dirty="0"/>
              <a:t>Actualmente, el genoma humano T2T (</a:t>
            </a:r>
            <a:r>
              <a:rPr lang="es-ES" dirty="0" err="1"/>
              <a:t>Telómero</a:t>
            </a:r>
            <a:r>
              <a:rPr lang="es-ES" dirty="0"/>
              <a:t> a </a:t>
            </a:r>
            <a:r>
              <a:rPr lang="es-ES" dirty="0" err="1"/>
              <a:t>Telómero</a:t>
            </a:r>
            <a:r>
              <a:rPr lang="es-ES" dirty="0"/>
              <a:t>) todavía no está del todo caracterizado en cuanto </a:t>
            </a:r>
            <a:r>
              <a:rPr lang="es-ES" dirty="0" smtClean="0"/>
              <a:t>a</a:t>
            </a:r>
            <a:r>
              <a:rPr lang="es-ES" dirty="0"/>
              <a:t> </a:t>
            </a:r>
            <a:r>
              <a:rPr lang="es-ES" dirty="0" smtClean="0"/>
              <a:t>diferenciar del </a:t>
            </a:r>
            <a:r>
              <a:rPr lang="es-ES" dirty="0"/>
              <a:t>mismo genoma</a:t>
            </a:r>
            <a:r>
              <a:rPr lang="es-ES" dirty="0" smtClean="0"/>
              <a:t>).</a:t>
            </a:r>
            <a:r>
              <a:rPr lang="es-ES" dirty="0"/>
              <a:t> genes ortólogos (heredados de un ancestro común) y </a:t>
            </a:r>
            <a:r>
              <a:rPr lang="es-ES" dirty="0" err="1"/>
              <a:t>parálogos</a:t>
            </a:r>
            <a:r>
              <a:rPr lang="es-ES" dirty="0"/>
              <a:t> (duplicados </a:t>
            </a:r>
            <a:r>
              <a:rPr lang="es-ES" dirty="0" smtClean="0"/>
              <a:t>dentro, o incluso evaluar </a:t>
            </a:r>
            <a:r>
              <a:rPr lang="es-ES" dirty="0"/>
              <a:t>la longitud de transcritos, clases de ARN, densidad de </a:t>
            </a:r>
            <a:r>
              <a:rPr lang="es-ES" dirty="0" smtClean="0"/>
              <a:t>genes, </a:t>
            </a:r>
            <a:r>
              <a:rPr lang="es-ES" dirty="0" err="1" smtClean="0"/>
              <a:t>etc</a:t>
            </a:r>
            <a:endParaRPr lang="es-ES" dirty="0"/>
          </a:p>
          <a:p>
            <a:endParaRPr dirty="0"/>
          </a:p>
        </p:txBody>
      </p:sp>
      <p:sp>
        <p:nvSpPr>
          <p:cNvPr id="4" name="CuadroTexto 3"/>
          <p:cNvSpPr txBox="1"/>
          <p:nvPr/>
        </p:nvSpPr>
        <p:spPr>
          <a:xfrm>
            <a:off x="867987" y="1778582"/>
            <a:ext cx="7453746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Las bases de datos que vamos a usar </a:t>
            </a:r>
            <a:r>
              <a:rPr lang="es-ES" dirty="0" smtClean="0"/>
              <a:t>son: </a:t>
            </a:r>
            <a:r>
              <a:rPr lang="es-ES" dirty="0"/>
              <a:t> 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T2T 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Hg38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Hg16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https://genome.ucsc.edu/cgi-bin/hgTables</a:t>
            </a:r>
            <a:endParaRPr lang="es-AR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Posibles métodos de análisis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2241357"/>
          </a:xfrm>
        </p:spPr>
        <p:txBody>
          <a:bodyPr/>
          <a:lstStyle/>
          <a:p>
            <a:r>
              <a:rPr lang="es-ES" dirty="0"/>
              <a:t>Análisis exploratorios: distribución de datos, media de lecturas, error </a:t>
            </a:r>
            <a:r>
              <a:rPr lang="es-ES" dirty="0" err="1"/>
              <a:t>estandar</a:t>
            </a:r>
            <a:r>
              <a:rPr lang="es-ES" dirty="0"/>
              <a:t>, desviación estándar de genes </a:t>
            </a:r>
            <a:r>
              <a:rPr lang="es-ES" dirty="0" smtClean="0"/>
              <a:t>identificados. </a:t>
            </a:r>
          </a:p>
          <a:p>
            <a:r>
              <a:rPr dirty="0" err="1" smtClean="0"/>
              <a:t>Estadística</a:t>
            </a:r>
            <a:r>
              <a:rPr dirty="0" smtClean="0"/>
              <a:t> </a:t>
            </a:r>
            <a:r>
              <a:rPr dirty="0" err="1"/>
              <a:t>descriptiva</a:t>
            </a:r>
            <a:r>
              <a:rPr dirty="0"/>
              <a:t>: </a:t>
            </a:r>
            <a:r>
              <a:rPr dirty="0" err="1"/>
              <a:t>longitud</a:t>
            </a:r>
            <a:r>
              <a:rPr dirty="0"/>
              <a:t> de genes,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exones</a:t>
            </a:r>
            <a:r>
              <a:rPr dirty="0"/>
              <a:t>.</a:t>
            </a:r>
          </a:p>
          <a:p>
            <a:r>
              <a:rPr dirty="0" err="1"/>
              <a:t>Comparaciones</a:t>
            </a:r>
            <a:r>
              <a:rPr dirty="0"/>
              <a:t>: </a:t>
            </a:r>
            <a:r>
              <a:rPr dirty="0" err="1"/>
              <a:t>ortólogos</a:t>
            </a:r>
            <a:r>
              <a:rPr dirty="0"/>
              <a:t> vs. </a:t>
            </a:r>
            <a:r>
              <a:rPr dirty="0" err="1"/>
              <a:t>parálogos</a:t>
            </a:r>
            <a:r>
              <a:rPr dirty="0"/>
              <a:t>.</a:t>
            </a:r>
          </a:p>
          <a:p>
            <a:r>
              <a:rPr dirty="0" err="1"/>
              <a:t>Visualización</a:t>
            </a:r>
            <a:r>
              <a:rPr dirty="0"/>
              <a:t> </a:t>
            </a:r>
            <a:r>
              <a:rPr dirty="0" err="1"/>
              <a:t>genómica</a:t>
            </a:r>
            <a:r>
              <a:rPr dirty="0"/>
              <a:t>: </a:t>
            </a:r>
            <a:r>
              <a:rPr dirty="0" err="1"/>
              <a:t>gráficos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cromosoma</a:t>
            </a:r>
            <a:r>
              <a:rPr dirty="0"/>
              <a:t> y </a:t>
            </a:r>
            <a:r>
              <a:rPr dirty="0" err="1"/>
              <a:t>clases</a:t>
            </a:r>
            <a:r>
              <a:rPr dirty="0"/>
              <a:t> de </a:t>
            </a:r>
            <a:r>
              <a:rPr dirty="0" err="1"/>
              <a:t>transcritos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Objetivo general: Demostrar </a:t>
            </a:r>
            <a:r>
              <a:rPr lang="es-ES" b="1" dirty="0"/>
              <a:t>gráficamente la evolución de los datos generados con una sola tecnología y tecnologías combinadas.</a:t>
            </a:r>
            <a:endParaRPr lang="es-ES" b="1" dirty="0"/>
          </a:p>
          <a:p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Objetivo especifico de cada base de datos: </a:t>
            </a:r>
            <a:r>
              <a:rPr dirty="0" err="1" smtClean="0"/>
              <a:t>Caracterizar</a:t>
            </a:r>
            <a:r>
              <a:rPr dirty="0" smtClean="0"/>
              <a:t> </a:t>
            </a:r>
            <a:r>
              <a:rPr dirty="0"/>
              <a:t>la </a:t>
            </a:r>
            <a:r>
              <a:rPr dirty="0" err="1"/>
              <a:t>distribución</a:t>
            </a:r>
            <a:r>
              <a:rPr dirty="0"/>
              <a:t> de genes/</a:t>
            </a:r>
            <a:r>
              <a:rPr dirty="0" err="1"/>
              <a:t>transcritos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cromosoma</a:t>
            </a:r>
            <a:r>
              <a:rPr dirty="0" smtClean="0"/>
              <a:t>.</a:t>
            </a:r>
            <a:r>
              <a:rPr lang="es-ES" dirty="0" smtClean="0"/>
              <a:t> </a:t>
            </a:r>
            <a:r>
              <a:rPr dirty="0" err="1" smtClean="0"/>
              <a:t>Analizar</a:t>
            </a:r>
            <a:r>
              <a:rPr dirty="0" smtClean="0"/>
              <a:t> </a:t>
            </a:r>
            <a:r>
              <a:rPr dirty="0"/>
              <a:t>la </a:t>
            </a:r>
            <a:r>
              <a:rPr dirty="0" err="1"/>
              <a:t>diferencia</a:t>
            </a:r>
            <a:r>
              <a:rPr dirty="0"/>
              <a:t> entre </a:t>
            </a:r>
            <a:r>
              <a:rPr dirty="0" err="1"/>
              <a:t>ortólogos</a:t>
            </a:r>
            <a:r>
              <a:rPr dirty="0"/>
              <a:t> y </a:t>
            </a:r>
            <a:r>
              <a:rPr dirty="0" err="1"/>
              <a:t>parálogos</a:t>
            </a:r>
            <a:r>
              <a:rPr dirty="0" smtClean="0"/>
              <a:t>.</a:t>
            </a:r>
            <a:r>
              <a:rPr lang="es-ES" dirty="0" smtClean="0"/>
              <a:t> </a:t>
            </a:r>
            <a:r>
              <a:rPr dirty="0" err="1" smtClean="0"/>
              <a:t>Estimar</a:t>
            </a:r>
            <a:r>
              <a:rPr dirty="0" smtClean="0"/>
              <a:t> </a:t>
            </a:r>
            <a:r>
              <a:rPr dirty="0"/>
              <a:t>longitudes de genes y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exones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de investigación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ES" dirty="0"/>
              <a:t>¿Cuánto difieren los datos unos de otros?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y 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Python (pandas, </a:t>
            </a:r>
            <a:r>
              <a:rPr dirty="0" err="1"/>
              <a:t>matplotlib</a:t>
            </a:r>
            <a:r>
              <a:rPr dirty="0"/>
              <a:t>, </a:t>
            </a:r>
            <a:r>
              <a:rPr dirty="0" err="1"/>
              <a:t>seaborn</a:t>
            </a:r>
            <a:r>
              <a:rPr dirty="0"/>
              <a:t>) para </a:t>
            </a:r>
            <a:r>
              <a:rPr dirty="0" err="1"/>
              <a:t>análisis</a:t>
            </a:r>
            <a:r>
              <a:rPr dirty="0"/>
              <a:t> y </a:t>
            </a:r>
            <a:r>
              <a:rPr dirty="0" err="1"/>
              <a:t>visualización</a:t>
            </a:r>
            <a:r>
              <a:rPr dirty="0"/>
              <a:t>.</a:t>
            </a:r>
          </a:p>
          <a:p>
            <a:r>
              <a:rPr dirty="0"/>
              <a:t>Google </a:t>
            </a:r>
            <a:r>
              <a:rPr dirty="0" err="1"/>
              <a:t>Colab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colaborativo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Hipótesis iniciales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Los ortólogos tienden a tener mayor soporte de anotación y ORF válido que los parálogos.</a:t>
            </a:r>
          </a:p>
          <a:p>
            <a:r>
              <a:t>Los cromosomas grandes concentran más genes, pero no necesariamente más parálogos.</a:t>
            </a:r>
          </a:p>
          <a:p>
            <a:r>
              <a:t>La longitud promedio de genes parálogos es menor que la de ortólogos.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Potenciales desafíos y 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Tamaño de la base (casi 235k filas).</a:t>
            </a:r>
          </a:p>
          <a:p>
            <a:r>
              <a:t>Posibles inconsistencias en anotaciones.</a:t>
            </a:r>
          </a:p>
          <a:p>
            <a:r>
              <a:t>Requiere validación biológica complementaria.</a:t>
            </a:r>
          </a:p>
          <a:p>
            <a:r>
              <a:t>Limitaciones de tiempo y recursos para análisis complejos.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preliminar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Semana 1-2: limpieza y exploración de datos.</a:t>
            </a:r>
          </a:p>
          <a:p>
            <a:r>
              <a:t>Semana 3-4: análisis descriptivo y visualizaciones.</a:t>
            </a:r>
          </a:p>
          <a:p>
            <a:r>
              <a:t>Semana 5: comparaciones ortólogos vs parálogos.</a:t>
            </a:r>
          </a:p>
          <a:p>
            <a:r>
              <a:t>Semana 6: redacción de resultados y presentación.</a:t>
            </a:r>
          </a:p>
          <a:p>
            <a:r>
              <a:t>Distribución: A: limpieza, B: análisis y gráficos, C: redacción y discusión biológica.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69</TotalTime>
  <Words>547</Words>
  <Application>Microsoft Office PowerPoint</Application>
  <PresentationFormat>Presentación en pantalla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Sala de reuniones Ion</vt:lpstr>
      <vt:lpstr>Grupo 1:  Identification del problema</vt:lpstr>
      <vt:lpstr>Relevancia del problema</vt:lpstr>
      <vt:lpstr>Datos disponibles</vt:lpstr>
      <vt:lpstr>Posibles métodos de análisis</vt:lpstr>
      <vt:lpstr>Objetivos específicos</vt:lpstr>
      <vt:lpstr>Preguntas de investigación</vt:lpstr>
      <vt:lpstr>Herramientas y tecnologías</vt:lpstr>
      <vt:lpstr>Hipótesis iniciales</vt:lpstr>
      <vt:lpstr>Potenciales desafíos y limitaciones</vt:lpstr>
      <vt:lpstr>Planificación preliminar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1: Identificación del problema</dc:title>
  <dc:subject/>
  <dc:creator>Usuario</dc:creator>
  <cp:keywords/>
  <dc:description>generated using python-pptx</dc:description>
  <cp:lastModifiedBy>Adriana Gomez Omil</cp:lastModifiedBy>
  <cp:revision>6</cp:revision>
  <dcterms:created xsi:type="dcterms:W3CDTF">2013-01-27T09:14:16Z</dcterms:created>
  <dcterms:modified xsi:type="dcterms:W3CDTF">2025-09-23T19:22:51Z</dcterms:modified>
  <cp:category/>
</cp:coreProperties>
</file>